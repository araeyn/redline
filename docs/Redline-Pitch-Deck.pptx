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Media &amp; Creativity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83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58568" y="960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art director for works in progress that critiques composition, simulates lighting, stress-tests readability, and tells creators what to fix next.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5394960" cy="1444752"/>
          </a:xfrm>
          <a:prstGeom prst="roundRect">
            <a:avLst>
              <a:gd name="adj" fmla="val 7595"/>
            </a:avLst>
          </a:prstGeom>
          <a:solidFill>
            <a:srgbClr val="FFF5EF"/>
          </a:solidFill>
          <a:ln w="12700">
            <a:solidFill>
              <a:srgbClr val="E8C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980944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8219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replacing artists. We are mentoring them in the messy middle of creation.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37960" y="841248"/>
            <a:ext cx="4892040" cy="1188720"/>
          </a:xfrm>
          <a:prstGeom prst="roundRect">
            <a:avLst>
              <a:gd name="adj" fmla="val 9231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005840"/>
            <a:ext cx="4489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39128" y="1243584"/>
            <a:ext cx="4489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mentor, not generator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2212848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377440"/>
            <a:ext cx="4489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it helps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39128" y="2615184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artists, illustrators, concept artists, and students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7960" y="3730752"/>
            <a:ext cx="4892040" cy="1572768"/>
          </a:xfrm>
          <a:prstGeom prst="roundRect">
            <a:avLst>
              <a:gd name="adj" fmla="val 6977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3895344"/>
            <a:ext cx="4489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9128" y="4133088"/>
            <a:ext cx="4489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artistic decisions before time gets wasted on bad renders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37960" y="5486400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FFF9F4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5650992"/>
            <a:ext cx="4489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cue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39128" y="5888736"/>
            <a:ext cx="4489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strong: Redline helps artists improve their own work instead of generating a replacement for it.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Redline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 do not just need more generation. They need better direction.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5806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AI art tools focus on replacing the creative process.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pain point is the middle of a piece, when an artist is unsure what to fix.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is often slow, vague, or disconnected from the artwork itself.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Creators waste hours rendering before they know if the piece even reads.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903720" y="114300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307592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04888" y="1545336"/>
            <a:ext cx="3803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hardest part of making art is not starting. It is deciding what to change while the piece is still unfinished.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03720" y="2880360"/>
            <a:ext cx="4434840" cy="1234440"/>
          </a:xfrm>
          <a:prstGeom prst="roundRect">
            <a:avLst>
              <a:gd name="adj" fmla="val 8889"/>
            </a:avLst>
          </a:prstGeom>
          <a:solidFill>
            <a:srgbClr val="FFF5EF"/>
          </a:solidFill>
          <a:ln w="12700">
            <a:solidFill>
              <a:srgbClr val="E8C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3099816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8219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messy middle is where artistic confidence breaks down.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903720" y="443484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4599432"/>
            <a:ext cx="4032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note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04888" y="4837176"/>
            <a:ext cx="4032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Redline as process support, not output automation.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messy middle is underserved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Redline turns a WIP into an actionable mentor pass.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2761488" cy="1097280"/>
          </a:xfrm>
          <a:prstGeom prst="roundRect">
            <a:avLst>
              <a:gd name="adj" fmla="val 8333"/>
            </a:avLst>
          </a:prstGeom>
          <a:solidFill>
            <a:srgbClr val="F8F1E7">
              <a:alpha val="95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8366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Places visual critique directly on the artwork instead of giving generic text feedback.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47872" y="1755648"/>
            <a:ext cx="2761488" cy="1097280"/>
          </a:xfrm>
          <a:prstGeom prst="roundRect">
            <a:avLst>
              <a:gd name="adj" fmla="val 8333"/>
            </a:avLst>
          </a:prstGeom>
          <a:solidFill>
            <a:srgbClr val="F8F1E7">
              <a:alpha val="95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188366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94176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Lets artists audition stronger lighting directions before repainting highlights and shadows by hand.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054096"/>
            <a:ext cx="2761488" cy="1097280"/>
          </a:xfrm>
          <a:prstGeom prst="roundRect">
            <a:avLst>
              <a:gd name="adj" fmla="val 8333"/>
            </a:avLst>
          </a:prstGeom>
          <a:solidFill>
            <a:srgbClr val="F8F1E7">
              <a:alpha val="95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8211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4015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whether the idea still reads at thumbnail size using silhouette and edge simplification.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47872" y="3054096"/>
            <a:ext cx="2761488" cy="1097280"/>
          </a:xfrm>
          <a:prstGeom prst="roundRect">
            <a:avLst>
              <a:gd name="adj" fmla="val 8333"/>
            </a:avLst>
          </a:prstGeom>
          <a:solidFill>
            <a:srgbClr val="F8F1E7">
              <a:alpha val="95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318211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Region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94176" y="34015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 one weak area and runs a localized mentor pass instead of reanalyzing the whole image.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352544"/>
            <a:ext cx="2761488" cy="1097280"/>
          </a:xfrm>
          <a:prstGeom prst="roundRect">
            <a:avLst>
              <a:gd name="adj" fmla="val 8333"/>
            </a:avLst>
          </a:prstGeom>
          <a:solidFill>
            <a:srgbClr val="F8F1E7">
              <a:alpha val="95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4805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47000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Breaks the image into structural masses so artists can see design instead of noise.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47872" y="4352544"/>
            <a:ext cx="2761488" cy="1097280"/>
          </a:xfrm>
          <a:prstGeom prst="roundRect">
            <a:avLst>
              <a:gd name="adj" fmla="val 8333"/>
            </a:avLst>
          </a:prstGeom>
          <a:solidFill>
            <a:srgbClr val="F8F1E7">
              <a:alpha val="95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44805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Pass Plan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94176" y="47000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diagnosis into concrete, prioritized revision steps the artist can actually follow.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0840" y="1417320"/>
            <a:ext cx="4617720" cy="1645920"/>
          </a:xfrm>
          <a:prstGeom prst="roundRect">
            <a:avLst>
              <a:gd name="adj" fmla="val 6667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581912"/>
            <a:ext cx="4215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sentence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22008" y="1819656"/>
            <a:ext cx="4215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Redline behaves like a digital studio partner: diagnose, simulate, interpret, and guide.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20840" y="3401568"/>
            <a:ext cx="4617720" cy="1993392"/>
          </a:xfrm>
          <a:prstGeom prst="roundRect">
            <a:avLst>
              <a:gd name="adj" fmla="val 5505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3566160"/>
            <a:ext cx="4215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framing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22008" y="3803904"/>
            <a:ext cx="42153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 one-feature demo. It is a workflow tool built around how artists actually iterate, from whole-image direction to local problem solving.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tools, one workflow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another AI art app. It is a decision engine for creators.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AF2EA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4855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AI art tools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231136"/>
            <a:ext cx="48554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finished outputs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Encourage replacement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Give one-shot results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Focus on polish, not process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6F0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993392"/>
            <a:ext cx="4855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219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10528" y="2231136"/>
            <a:ext cx="48554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Improves the artist's own WIP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Keeps the creator in control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Builds a feedback loop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artistic judgment in real time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5440680"/>
            <a:ext cx="10058400" cy="868680"/>
          </a:xfrm>
          <a:prstGeom prst="roundRect">
            <a:avLst>
              <a:gd name="adj" fmla="val 12632"/>
            </a:avLst>
          </a:prstGeom>
          <a:solidFill>
            <a:srgbClr val="FFF5EF"/>
          </a:solidFill>
          <a:ln w="12700">
            <a:solidFill>
              <a:srgbClr val="E8C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56601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8219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uncommon move is not automating creation. It is augmenting creative judgment.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memorable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45-second demo judges can follow instantly.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F8F1E7">
              <a:alpha val="98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65376"/>
            <a:ext cx="402336" cy="402336"/>
          </a:xfrm>
          <a:prstGeom prst="ellipse">
            <a:avLst/>
          </a:prstGeom>
          <a:solidFill>
            <a:srgbClr val="2F211A"/>
          </a:solidFill>
          <a:ln w="12700">
            <a:solidFill>
              <a:srgbClr val="2F21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1865376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in a work-in-progress sketch or painting.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2542032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F8F1E7">
              <a:alpha val="98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51760"/>
            <a:ext cx="402336" cy="402336"/>
          </a:xfrm>
          <a:prstGeom prst="ellipse">
            <a:avLst/>
          </a:prstGeom>
          <a:solidFill>
            <a:srgbClr val="2F211A"/>
          </a:solidFill>
          <a:ln w="12700">
            <a:solidFill>
              <a:srgbClr val="2F2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0662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2651760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Full Mentor Pass to generate critique, readability, structure, and planning.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328416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F8F1E7">
              <a:alpha val="98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38144"/>
            <a:ext cx="402336" cy="402336"/>
          </a:xfrm>
          <a:prstGeom prst="ellipse">
            <a:avLst/>
          </a:prstGeom>
          <a:solidFill>
            <a:srgbClr val="2F211A"/>
          </a:solidFill>
          <a:ln w="12700">
            <a:solidFill>
              <a:srgbClr val="2F21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9300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3438144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Relight and drag the sun to show visible lighting changes.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4114800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F8F1E7">
              <a:alpha val="98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24528"/>
            <a:ext cx="402336" cy="402336"/>
          </a:xfrm>
          <a:prstGeom prst="ellipse">
            <a:avLst/>
          </a:prstGeom>
          <a:solidFill>
            <a:srgbClr val="2F211A"/>
          </a:solidFill>
          <a:ln w="12700">
            <a:solidFill>
              <a:srgbClr val="2F21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793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44168" y="4224528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Readability and show the silhouette plus thumbnail ladder.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4901184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F8F1E7">
              <a:alpha val="98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010912"/>
            <a:ext cx="402336" cy="402336"/>
          </a:xfrm>
          <a:prstGeom prst="ellipse">
            <a:avLst/>
          </a:prstGeom>
          <a:solidFill>
            <a:srgbClr val="2F211A"/>
          </a:solidFill>
          <a:ln w="12700">
            <a:solidFill>
              <a:srgbClr val="2F21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6577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44168" y="5010912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one weak area with Focus Region and run a local mentor pass.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691640"/>
            <a:ext cx="4160520" cy="1325880"/>
          </a:xfrm>
          <a:prstGeom prst="roundRect">
            <a:avLst>
              <a:gd name="adj" fmla="val 8276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87768" y="1856232"/>
            <a:ext cx="3758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goal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87768" y="2093976"/>
            <a:ext cx="3758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three things fast: it is useful, it is interactive, and it goes deeper than a single model call.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86600" y="324612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3410712"/>
            <a:ext cx="3758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time is short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87768" y="3648456"/>
            <a:ext cx="37581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Full Mentor Pass, Relight, and Focus Region. That sequence sells both UX and technical depth.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Show, do not tell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artists would actually use 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catches weak composition before hours of rendering are lost.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tests lighting directions without repainting from scratch.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checks whether the piece works at small sizes for thumbnails, portfolios, and social media.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gives plain-English next steps instead of vague critique.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works across characters, environments, props, stylized pieces, and more.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508760"/>
            <a:ext cx="4389120" cy="1325880"/>
          </a:xfrm>
          <a:prstGeom prst="roundRect">
            <a:avLst>
              <a:gd name="adj" fmla="val 8276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67335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 moment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04888" y="1911096"/>
            <a:ext cx="3986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final render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03720" y="3063240"/>
            <a:ext cx="4389120" cy="1508760"/>
          </a:xfrm>
          <a:prstGeom prst="roundRect">
            <a:avLst>
              <a:gd name="adj" fmla="val 7273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4888" y="322783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 habit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04888" y="3465576"/>
            <a:ext cx="3986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checkpoint between painting passes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03720" y="4846320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4888" y="501091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cue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04888" y="524865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before posting, before paintover, and before final render.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value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Depth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a wrapper. Redline combines interactive analysis with private AI critique.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5989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vision passes power relighting, structural layers, framing, and readability tests.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Region enables local mentor passes on just one selected part of the artwork.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Critique runs through a server-side route so the Gemini API key stays private.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workspace adapts to portrait and landscape art and supports real-time interactions.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480560" cy="2011680"/>
          </a:xfrm>
          <a:prstGeom prst="roundRect">
            <a:avLst>
              <a:gd name="adj" fmla="val 5455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856232"/>
            <a:ext cx="4078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story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13448" y="2093976"/>
            <a:ext cx="4078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feels like a product because it combines multiple visual models, interaction design, caching, region selection, and server-side critique orchestration.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12280" y="4069080"/>
            <a:ext cx="4480560" cy="1325880"/>
          </a:xfrm>
          <a:prstGeom prst="roundRect">
            <a:avLst>
              <a:gd name="adj" fmla="val 8276"/>
            </a:avLst>
          </a:prstGeom>
          <a:solidFill>
            <a:srgbClr val="FFF5EF"/>
          </a:solidFill>
          <a:ln w="12700">
            <a:solidFill>
              <a:srgbClr val="E8C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28853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8219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only a prompt. It is a full creative analysis system with UI and systems work behind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Built, not mocked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Fit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Redline directly matches the Digital Media &amp; Creativity track.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5943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Creator-first: built specifically for art creation and iteration.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Innovative: uses AI as mentor rather than as replacement.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Useful: gives actions, not just observations.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3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Usable: fast, visual, interactive, and understandable for artists and non-artists.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0" y="201168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5EF"/>
          </a:solidFill>
          <a:ln w="12700">
            <a:solidFill>
              <a:srgbClr val="E8C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231136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i="1" dirty="0">
                <a:solidFill>
                  <a:srgbClr val="8219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Redline helps creators make stronger art, faster, while keeping the artist in control.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3680" y="3794760"/>
            <a:ext cx="4572000" cy="1554480"/>
          </a:xfrm>
          <a:prstGeom prst="roundRect">
            <a:avLst>
              <a:gd name="adj" fmla="val 7059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3959352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should win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84848" y="4197096"/>
            <a:ext cx="4169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answers the rubric directly: creator utility, uncommon approach, and strong user experience in one coherent product.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should win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CF7F1">
              <a:alpha val="98000"/>
            </a:srgbClr>
          </a:solidFill>
          <a:ln w="12700">
            <a:solidFill>
              <a:srgbClr val="DDCBBB"/>
            </a:solidFill>
            <a:prstDash val="solid"/>
          </a:ln>
          <a:effectLst>
            <a:outerShdw sx="100000" sy="100000" kx="0" ky="0" algn="bl" rotWithShape="0" blurRad="25400" dist="50800" dir="2700000">
              <a:srgbClr val="8A5A3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649224"/>
            <a:ext cx="384048" cy="0"/>
          </a:xfrm>
          <a:prstGeom prst="line">
            <a:avLst/>
          </a:prstGeom>
          <a:noFill/>
          <a:ln w="12700">
            <a:solidFill>
              <a:srgbClr val="D83A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30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i="1" dirty="0">
                <a:solidFill>
                  <a:srgbClr val="2317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 not ask AI to replace artists. We asked a better question.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5EF"/>
          </a:solidFill>
          <a:ln w="12700">
            <a:solidFill>
              <a:srgbClr val="E8C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36829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i="1" dirty="0">
                <a:solidFill>
                  <a:srgbClr val="8219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AI could mentor artists while they create?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629400" y="1691640"/>
            <a:ext cx="4526280" cy="1371600"/>
          </a:xfrm>
          <a:prstGeom prst="roundRect">
            <a:avLst>
              <a:gd name="adj" fmla="val 8000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568" y="1856232"/>
            <a:ext cx="4123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Redline 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30568" y="2093976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AI art director for the messy middle of creation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29400" y="3337560"/>
            <a:ext cx="4526280" cy="1371600"/>
          </a:xfrm>
          <a:prstGeom prst="roundRect">
            <a:avLst>
              <a:gd name="adj" fmla="val 8000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3502152"/>
            <a:ext cx="4123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30568" y="3739896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artistic decisions lead to better art.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" y="3977640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8F1E7">
              <a:alpha val="94000"/>
            </a:srgbClr>
          </a:solidFill>
          <a:ln w="12700">
            <a:solidFill>
              <a:srgbClr val="DDC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142232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9536" y="4379976"/>
            <a:ext cx="5221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Redline supports human creativity instead of bypassing it. That is the most memorable version of the project.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72600" y="64008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5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Redline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Redline Pitch Deck</dc:title>
  <dc:subject>Viking Hacks 2026 pitch deck</dc:subject>
  <dc:creator>OpenAI Codex</dc:creator>
  <cp:lastModifiedBy>OpenAI Codex</cp:lastModifiedBy>
  <cp:revision>1</cp:revision>
  <dcterms:created xsi:type="dcterms:W3CDTF">2026-03-28T23:22:12Z</dcterms:created>
  <dcterms:modified xsi:type="dcterms:W3CDTF">2026-03-28T23:22:12Z</dcterms:modified>
</cp:coreProperties>
</file>